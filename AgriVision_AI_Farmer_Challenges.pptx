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2F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Agricultural Problems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Reference for AgriVision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Farmers Need Smart Agricultural Technology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Challenge Categories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Disease &amp; Pest Management - Early identification and prevention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Soil Health Issues - Lack of affordable testing and guidance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Water Management - Unpredictable rainfall and irrigation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👨‍🌾 Expert Accessibility - Expensive agricultural consultants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Pest Identification - Distinguishing disease vs pest vs deficiency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Declining Yields - Poor crop planning and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"/>
            <a:ext cx="8229600" cy="73152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 Research Metrics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210312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D3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Interviewed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1280160"/>
            <a:ext cx="210312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D32F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645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0" y="2560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Yield Loss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103120" cy="2286000"/>
          </a:xfrm>
          <a:prstGeom prst="rect">
            <a:avLst/>
          </a:prstGeom>
          <a:solidFill>
            <a:srgbClr val="FFFFFF"/>
          </a:solidFill>
          <a:ln w="381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645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035040" y="25603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 Wastage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"/>
            <a:ext cx="8229600" cy="73152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"Struggling to identify leaf diseases in my cotton crop - lost 30% yield last season due to late detection"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1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"Soil quality declining year after year. Don't know what nutrients to add. Chemical fertilizers are expensive."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1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"Unpredictable rainfall made irrigation planning extremely difficult. Lost crops due to water stress."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1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#4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"Can't afford agricultural experts. Phone consultations are too expensive for small farmers like me."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"Pest infestation spreads rapidly before I can identify it. Lost my entire wheat crop to armyworms."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1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#6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soil test results come back but I don't understand the reports. What should I do?"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1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"Weather forecasts don't help with specific crop decisions. Need real-time farming advice."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16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#8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"Using too many pesticides but crops still get diseased. Want to reduce chemical use but afraid of losses."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1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"Disease spread from neighboring fields. How can I identify problems early before they destroy everything?"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1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#10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"Rotating crops blindly without understanding soil impact. Yields decreasing season by season."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1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"Fungal disease outbreak last monsoon ruined my vegetables. No idea how to prevent it next time."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"Water scarcity is increasing. Need to use every drop wisely but have no guidance system."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"Early blight detected too late in my potato field. Lost half the harvest before I noticed."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#14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"Overusing fertilizers trying to maximize yield. Soil getting degraded and production actually declining."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"Can't identify if my plant problem is disease, pest, or nutrient deficiency. Expensive trial and error."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6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#16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"Monsoon diseases hit suddenly. By the time advisor visits, it's too late. Need instant diagnosis."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#17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"Spending on pesticides but still losing crops. Don't know optimal spray timing and dosage."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9" name="Image 1" descr="/home/claude/farmer_images/image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80360"/>
            <a:ext cx="822960" cy="1371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#18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554480" y="31546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54480" y="34747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"Soil health declining. Can't afford detailed soil testing every season. Making blind decisions."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Challenges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D32F2F"/>
            </a:solidFill>
            <a:prstDash val="solid"/>
          </a:ln>
        </p:spPr>
      </p:sp>
      <p:pic>
        <p:nvPicPr>
          <p:cNvPr id="4" name="Image 0" descr="/home/claude/farmer_images/image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82296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0515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#19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54480" y="1325880"/>
            <a:ext cx="6949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54480" y="16459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 to know which crop suits my soil. Currently growing what neighbors grow, not what my land needs."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"/>
            <a:ext cx="8229600" cy="45720"/>
          </a:xfrm>
          <a:prstGeom prst="rect">
            <a:avLst/>
          </a:prstGeom>
          <a:solidFill>
            <a:srgbClr val="D32F2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AgriVision AI Solution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Real Farmer Challenges with Technology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Disease Detection - Prevent 30% yield losses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Soil Guidance - Affordable nutrient recommendations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Smart Irrigation - Reduce water waste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24/7 Expert Access - Eliminate consultant costs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2026-09-15T05:22:50Z</dcterms:created>
  <dcterms:modified xsi:type="dcterms:W3CDTF">2026-09-15T05:22:50Z</dcterms:modified>
</cp:coreProperties>
</file>